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273" r:id="rId11"/>
    <p:sldId id="274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76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8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31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6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84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41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07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BrainDump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your thoughts instantly — AI organizes the rest.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-452804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011680"/>
            <a:ext cx="2011680" cy="2011680"/>
          </a:xfrm>
          <a:prstGeom prst="ellipse">
            <a:avLst/>
          </a:prstGeom>
          <a:solidFill>
            <a:srgbClr val="4C1D95">
              <a:alpha val="30000"/>
            </a:srgbClr>
          </a:solidFill>
          <a:ln w="12700">
            <a:solidFill>
              <a:srgbClr val="4C1D9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822960"/>
            <a:ext cx="1280160" cy="1280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822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097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</p:sp>
      <p:sp>
        <p:nvSpPr>
          <p:cNvPr id="3" name="Title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Team Members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1143000"/>
            <a:ext cx="841248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Mobile Application Development  ·</a:t>
            </a:r>
          </a:p>
        </p:txBody>
      </p:sp>
      <p:sp>
        <p:nvSpPr>
          <p:cNvPr id="20" name="Card1BG"/>
          <p:cNvSpPr/>
          <p:nvPr/>
        </p:nvSpPr>
        <p:spPr>
          <a:xfrm>
            <a:off x="365760" y="1600200"/>
            <a:ext cx="3886200" cy="137160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21" name="Card1Num"/>
          <p:cNvSpPr/>
          <p:nvPr/>
        </p:nvSpPr>
        <p:spPr>
          <a:xfrm>
            <a:off x="457200" y="16764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2" name="Card1Text"/>
          <p:cNvSpPr/>
          <p:nvPr/>
        </p:nvSpPr>
        <p:spPr>
          <a:xfrm>
            <a:off x="1005840" y="1638000"/>
            <a:ext cx="3200400" cy="1295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Eslam Mohamed AbdelRadi</a:t>
            </a:r>
          </a:p>
        </p:txBody>
      </p:sp>
      <p:sp>
        <p:nvSpPr>
          <p:cNvPr id="30" name="Card2BG"/>
          <p:cNvSpPr/>
          <p:nvPr/>
        </p:nvSpPr>
        <p:spPr>
          <a:xfrm>
            <a:off x="4709160" y="1600200"/>
            <a:ext cx="3886200" cy="137160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31" name="Card2Num"/>
          <p:cNvSpPr/>
          <p:nvPr/>
        </p:nvSpPr>
        <p:spPr>
          <a:xfrm>
            <a:off x="4800600" y="16764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32" name="Card2Text"/>
          <p:cNvSpPr/>
          <p:nvPr/>
        </p:nvSpPr>
        <p:spPr>
          <a:xfrm>
            <a:off x="5349240" y="1638000"/>
            <a:ext cx="3200400" cy="1295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Ahmed Waleed Mohammed</a:t>
            </a:r>
          </a:p>
        </p:txBody>
      </p:sp>
      <p:sp>
        <p:nvSpPr>
          <p:cNvPr id="40" name="Card3BG"/>
          <p:cNvSpPr/>
          <p:nvPr/>
        </p:nvSpPr>
        <p:spPr>
          <a:xfrm>
            <a:off x="365760" y="3085800"/>
            <a:ext cx="3886200" cy="137160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41" name="Card3Num"/>
          <p:cNvSpPr/>
          <p:nvPr/>
        </p:nvSpPr>
        <p:spPr>
          <a:xfrm>
            <a:off x="457200" y="31620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2" name="Card3Text"/>
          <p:cNvSpPr/>
          <p:nvPr/>
        </p:nvSpPr>
        <p:spPr>
          <a:xfrm>
            <a:off x="1005840" y="3123600"/>
            <a:ext cx="3200400" cy="1295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AbdelFattah ElSayed AbdelFattah</a:t>
            </a:r>
          </a:p>
        </p:txBody>
      </p:sp>
      <p:sp>
        <p:nvSpPr>
          <p:cNvPr id="50" name="Card4BG"/>
          <p:cNvSpPr/>
          <p:nvPr/>
        </p:nvSpPr>
        <p:spPr>
          <a:xfrm>
            <a:off x="4709160" y="3085800"/>
            <a:ext cx="3886200" cy="137160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1" name="Card4Num"/>
          <p:cNvSpPr/>
          <p:nvPr/>
        </p:nvSpPr>
        <p:spPr>
          <a:xfrm>
            <a:off x="4800600" y="31620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52" name="Card4Text"/>
          <p:cNvSpPr/>
          <p:nvPr/>
        </p:nvSpPr>
        <p:spPr>
          <a:xfrm>
            <a:off x="5349240" y="3123600"/>
            <a:ext cx="3200400" cy="1295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Khaled El Sayed Metwally</a:t>
            </a:r>
          </a:p>
        </p:txBody>
      </p:sp>
      <p:sp>
        <p:nvSpPr>
          <p:cNvPr id="10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>
              <a:alpha val="40000"/>
            </a:srgbClr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13325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1554480"/>
          </a:xfrm>
          <a:prstGeom prst="rect">
            <a:avLst/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vision, and what BrainDump AI does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60120"/>
            <a:ext cx="9144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698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Empathy Map, Persona, Design System, Wireframes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88920"/>
            <a:ext cx="9144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Concluded insights and our selected approach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88920"/>
            <a:ext cx="9144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8986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8348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6850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screens: Capture, Inbox, Tasks, Insights, Settings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Mental Overflow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2011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</a:t>
            </a:r>
            <a:endParaRPr lang="en-US" sz="2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thoughts/day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868680"/>
            <a:ext cx="2011680" cy="20116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868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in 24h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212080" y="868680"/>
            <a:ext cx="2011680" cy="2011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8686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ideas daily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thought occurs — the user faces 4 painful choices: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196596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456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remember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261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60% by tomorrow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429000"/>
            <a:ext cx="196596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456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notes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261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seconds, breaks focus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196596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456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themselves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261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unorganized pile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3429000"/>
            <a:ext cx="196596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456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261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loops → anxiety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8412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2070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07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AI, just a pile of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850392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0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Notes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700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007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categorization or priority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94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194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Too complex, 30+ sec to capture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88336"/>
            <a:ext cx="850392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8833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268833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Can't capture random thoughts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18211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821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31821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audio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182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transcription or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75888"/>
            <a:ext cx="850392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758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(self)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6040" y="36758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yourself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6758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Gets buried, no organization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Flaw: All apps require the user to manually categorize, prioritize, and organize. The capture step is easy — the organization step is where every app fails.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BrainDump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 to solve Mental Overflow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974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 seconds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tap or text type. Zero-friction input — open app and you're ready.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6974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8016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Auto-Organization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94436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· Priority · Deadlines · Tags · Summaries — all automatic.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280160"/>
            <a:ext cx="26974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28016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417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8076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80760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94436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AI-organized inbox · Convert to tasks · View insights · Smart reminders.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35808" y="2514600"/>
            <a:ext cx="3200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168" y="2514600"/>
            <a:ext cx="3200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— Phase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023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50+ respondents on thought capture habits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73% forget ideas within minutes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Map: frustration with slow apps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Ahmed, 24, CS Student — needs quick capture during lectures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841248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841248"/>
            <a:ext cx="4023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Poppins (headings) + Inter (body) — clean, modern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Colors: Royal Blue #2563EB · Purple #7C3AED · Emerald #10B981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Outline style — Mic, Bell, Checkmark, Bulb, Cart, Sparkles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Wireframes: 5 screens — Capture, Inbox, Tasks, Insights, Settings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— Phase 1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85039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69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DDE474-524A-464A-83A9-26439DFB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16737"/>
            <a:ext cx="8503920" cy="345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0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— Phase 2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69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F33F3F-DB3E-48B9-8CBA-61E57F019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16758"/>
            <a:ext cx="3385002" cy="403366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5AE13BE-14E2-4A9C-99FE-D7D72CFBC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99" y="1016758"/>
            <a:ext cx="4318721" cy="385549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837849F-2172-40E9-990D-5B0ABF619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01" y="787851"/>
            <a:ext cx="689781" cy="32311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5932249-F5EB-4894-A007-370F1F829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391" y="776314"/>
            <a:ext cx="601071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4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— Phase 2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69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0451B-D659-434B-80EA-A9E8CA1E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98" y="1062844"/>
            <a:ext cx="7201524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90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— Phase 2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69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264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01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1F733A-6392-4A8F-9B0A-6514E221C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59" y="1147572"/>
            <a:ext cx="7407282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Points &amp; Selected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384048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4106"/>
            <a:ext cx="3840480" cy="388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Concluded Main 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62456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624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Capture takes too long (30+ seconds)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43683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4368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Manual organization is tedious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19"/>
            <a:ext cx="3657600" cy="521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Deadlines buried in notes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84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Open loops cause anxiety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841248"/>
            <a:ext cx="3840480" cy="466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841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Solution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335024"/>
            <a:ext cx="3840480" cy="279806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389888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BrainDump AI was selected because: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3-second voice/text capture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5B21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 auto-categorization removes manual work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5B21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Deadline extraction from natural language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5B21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Kanban task board for action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5B21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 Insights for pattern awareness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app combines instant capture +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auto-organization in a single mobile app.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in under 3 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868680"/>
            <a:ext cx="10972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33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527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Auto-Organization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Priority · Deadlines · Tags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868680"/>
            <a:ext cx="10972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33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527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AI-organized view with filters &amp; 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9748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62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Kanban: To Do / Doing / 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697480"/>
            <a:ext cx="10972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62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7472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7033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analytics &amp; thought patterns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6974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697480"/>
            <a:ext cx="10972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62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3355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7033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deadlines →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— Screens 1–3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" y="896112"/>
            <a:ext cx="2478024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931920"/>
            <a:ext cx="269748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Screen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4206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Voice/text input · Recent captures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8229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5848" y="896112"/>
            <a:ext cx="2478024" cy="3017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46120" y="3931920"/>
            <a:ext cx="269748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4612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Screen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46120" y="4206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AI-organized · Filters · Tags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8229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1928" y="896112"/>
            <a:ext cx="2478024" cy="30175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2200" y="3931920"/>
            <a:ext cx="269748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7220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Screen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4206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· To Do / Doing / Done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— Screens 4–5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896112"/>
            <a:ext cx="3803904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931920"/>
            <a:ext cx="40233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Screen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analytics · AI Insight card · Top tags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0" y="8229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47488" y="896112"/>
            <a:ext cx="3803904" cy="2926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37760" y="3931920"/>
            <a:ext cx="40233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37760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Screen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toggle · Notifications · Appearance · Data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14984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4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— Cross-platform mobile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00784"/>
            <a:ext cx="850392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19656"/>
            <a:ext cx="457200" cy="4572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739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482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Text analysis &amp; categorization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850392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24328"/>
            <a:ext cx="457200" cy="4572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786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built-in voice recognition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850392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290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on-device storage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850392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336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87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charts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8013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8013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822960"/>
            <a:ext cx="2651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0760" y="18013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8892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20040" y="37673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per user/day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788920"/>
            <a:ext cx="26517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718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00400" y="37673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retention at 3 months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Students · Professionals · Creative Workers · Anyone with unprocessed thoughts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4C1D9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BrainDump AI — Capture thoughts. Clear your mind.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3108960"/>
            <a:ext cx="4572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799</Words>
  <Application>Microsoft Office PowerPoint</Application>
  <PresentationFormat>On-screen Show (16:9)</PresentationFormat>
  <Paragraphs>205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BrainDump AI</dc:title>
  <dc:subject>PptxGenJS Presentation</dc:subject>
  <dc:creator>BrainDump AI Team</dc:creator>
  <cp:lastModifiedBy>Ahmed Mustafa</cp:lastModifiedBy>
  <cp:revision>9</cp:revision>
  <dcterms:created xsi:type="dcterms:W3CDTF">2026-04-14T22:56:34Z</dcterms:created>
  <dcterms:modified xsi:type="dcterms:W3CDTF">2026-04-15T06:17:15Z</dcterms:modified>
</cp:coreProperties>
</file>